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6" autoAdjust="0"/>
    <p:restoredTop sz="94660"/>
  </p:normalViewPr>
  <p:slideViewPr>
    <p:cSldViewPr snapToGrid="0">
      <p:cViewPr>
        <p:scale>
          <a:sx n="94" d="100"/>
          <a:sy n="94" d="100"/>
        </p:scale>
        <p:origin x="1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0D6F-C23B-1BE6-773E-82F56F539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5E66E0-C243-E75D-82B5-26EC4C3F0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9CC68-E038-0F8C-81A4-CDF61F5D8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1FAEC-1ECB-8224-0944-842C471E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88AA2-5875-7EE7-A176-F4208BD3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561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64AF-4D26-917C-25E8-3B2BBB2F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A3DF9-00C8-6D48-FDB6-8676A6032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0733-B36F-587F-2FB1-4B30433F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536D3-01AD-1C27-4452-B8548172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1C233-D20C-01E2-CDD3-8847A6D0D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2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B93D1-3380-A7F6-5AF9-FAD7DC75C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35CC0-1561-CB84-31CB-14F34C842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D6D1D-91E2-44A9-72FE-EFE41C3E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8E363-CF70-DB96-C0C0-FF89D842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9F15-C3C6-33D1-BA81-A582336A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6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2898C-D7D4-C58F-8FB8-ADE704CF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F00D-142E-7554-7388-B2B0ABFB27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CF897-86F3-354A-923B-7B28D07B5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01B87-3A24-334F-4461-3825DCD2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73E91-8121-013D-2DC8-B94FB9ED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821CD-C5C2-85F0-EBA4-268B8FB0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9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04CB-180E-66B7-F5A6-676921BE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EB1C0-AA1C-D631-F9EA-1F4B03AEC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16A00-F859-2FEE-0D7B-CFCC0F959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B6C493-788A-BB52-7B02-431290944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04324-2AE5-82FF-C174-40CD79D4E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710AF-D3AF-44F0-DF10-F2FA58F4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48E8D7-FCBE-5906-8B5A-394C7C33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EBA9CE-EB22-A1D8-A95B-FB39B28C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3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7898-D918-E151-B83D-4FE43CA26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19363-2B7F-9896-50A4-E3A160B76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F11B4-2FB8-9E47-072F-9AF57D4A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0633B-A771-8226-9242-75A121AE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29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C3E7F-31EC-40F4-1B3A-C1869991E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B9A5B-0907-B703-B14E-78CC5812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69329-331D-AE40-A84B-7E6E11CB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9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AD31-AB8F-3C06-5BBD-7D98A894B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ADF54-FFFA-438D-D9DF-BCA2E4713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6646C-6132-CD2D-F944-5D172B01A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1E58C-D2E2-BACD-DE70-D3B28F91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FB6CA-3999-236F-F2BB-0B046201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0A5D3-724F-C744-0B69-DAC98320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6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259BE-D6FA-B021-B13A-CF36FD96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53526-43F7-570C-CB1D-BCBDDD9DE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D47944-7048-2E0D-CAD0-DA671716E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6A536-692D-CDE9-943C-B8220A5F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B1066-5AEC-177B-DDF5-62EBEE39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925F3-40EE-A4DD-E474-7D077639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94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C9FE5-C9EC-F4F0-C219-09CC86A6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F2E85-4DB5-298B-DF62-38CD4A41D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852F2-9D3E-3FF3-A26E-A847C615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B0084-80D8-46B9-24A6-430EF45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8055F-D905-537E-361D-2083467F1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2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1871AF-52E9-D4EE-FAF3-F675975A1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44A8C-5D98-8EE6-93B0-5E38F7373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16AC3-4894-6CFD-0B66-AFA9BA18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94700-1A32-CC85-A47E-18A76D46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91EAF-25D2-5D60-1AC5-B94A3B03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74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1BB9B-1D49-D3EE-0A58-DE04F5D3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19216-8A35-DEFF-6851-CD3395A8A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ABFEA-9364-D7F9-E7CC-72E03B37C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8F836-A6B1-4374-8591-E7386E87DB3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A5066-DF44-3C11-3AF4-C70EB999F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4F345-FF66-9C9C-E7A4-F0C293193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4697E-A425-444F-BB8E-BB193AC81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9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Oval 68">
            <a:extLst>
              <a:ext uri="{FF2B5EF4-FFF2-40B4-BE49-F238E27FC236}">
                <a16:creationId xmlns:a16="http://schemas.microsoft.com/office/drawing/2014/main" id="{F9E065A5-BD77-20AA-4A5C-DC98A103CE5A}"/>
              </a:ext>
            </a:extLst>
          </p:cNvPr>
          <p:cNvSpPr/>
          <p:nvPr/>
        </p:nvSpPr>
        <p:spPr>
          <a:xfrm>
            <a:off x="7205595" y="1128929"/>
            <a:ext cx="864654" cy="6554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419468B-A908-D269-A309-0DF777284027}"/>
              </a:ext>
            </a:extLst>
          </p:cNvPr>
          <p:cNvSpPr/>
          <p:nvPr/>
        </p:nvSpPr>
        <p:spPr>
          <a:xfrm>
            <a:off x="3827024" y="1128928"/>
            <a:ext cx="864654" cy="6463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09A6DC8B-E1B2-1D9E-FC0A-DB2A6841F814}"/>
              </a:ext>
            </a:extLst>
          </p:cNvPr>
          <p:cNvSpPr/>
          <p:nvPr/>
        </p:nvSpPr>
        <p:spPr>
          <a:xfrm>
            <a:off x="1964067" y="464372"/>
            <a:ext cx="1284195" cy="1969994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E3BB2-EA9D-5D25-8FA7-9555FA097DE2}"/>
              </a:ext>
            </a:extLst>
          </p:cNvPr>
          <p:cNvSpPr txBox="1"/>
          <p:nvPr/>
        </p:nvSpPr>
        <p:spPr>
          <a:xfrm>
            <a:off x="2046556" y="898096"/>
            <a:ext cx="1149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NCBI GenBank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 err="1"/>
              <a:t>RefSeq</a:t>
            </a:r>
            <a:r>
              <a:rPr lang="en-US" dirty="0"/>
              <a:t> database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771A9E-1FF3-F3B7-301D-B20661E67967}"/>
              </a:ext>
            </a:extLst>
          </p:cNvPr>
          <p:cNvCxnSpPr>
            <a:cxnSpLocks/>
            <a:stCxn id="4" idx="4"/>
            <a:endCxn id="67" idx="2"/>
          </p:cNvCxnSpPr>
          <p:nvPr/>
        </p:nvCxnSpPr>
        <p:spPr>
          <a:xfrm>
            <a:off x="3248262" y="1449369"/>
            <a:ext cx="578762" cy="272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83BFFC-D3E4-351C-3F40-7257E93247DB}"/>
              </a:ext>
            </a:extLst>
          </p:cNvPr>
          <p:cNvCxnSpPr>
            <a:cxnSpLocks/>
          </p:cNvCxnSpPr>
          <p:nvPr/>
        </p:nvCxnSpPr>
        <p:spPr>
          <a:xfrm flipV="1">
            <a:off x="397485" y="1443766"/>
            <a:ext cx="1566582" cy="560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943819-FD0E-1F37-4457-F96771E77C38}"/>
              </a:ext>
            </a:extLst>
          </p:cNvPr>
          <p:cNvSpPr txBox="1"/>
          <p:nvPr/>
        </p:nvSpPr>
        <p:spPr>
          <a:xfrm>
            <a:off x="473123" y="781807"/>
            <a:ext cx="1442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selects a pathogen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E3D659-F293-30D6-FD25-FA14105C72B0}"/>
              </a:ext>
            </a:extLst>
          </p:cNvPr>
          <p:cNvSpPr/>
          <p:nvPr/>
        </p:nvSpPr>
        <p:spPr>
          <a:xfrm>
            <a:off x="5322097" y="1174188"/>
            <a:ext cx="1344705" cy="5558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0FF6A9-3EA7-6031-F44F-BD42CB896D95}"/>
              </a:ext>
            </a:extLst>
          </p:cNvPr>
          <p:cNvSpPr txBox="1"/>
          <p:nvPr/>
        </p:nvSpPr>
        <p:spPr>
          <a:xfrm>
            <a:off x="5442547" y="1267428"/>
            <a:ext cx="1187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data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BA1467-54C5-E64A-787A-2CBA77FAF363}"/>
              </a:ext>
            </a:extLst>
          </p:cNvPr>
          <p:cNvCxnSpPr>
            <a:cxnSpLocks/>
            <a:stCxn id="15" idx="3"/>
            <a:endCxn id="69" idx="2"/>
          </p:cNvCxnSpPr>
          <p:nvPr/>
        </p:nvCxnSpPr>
        <p:spPr>
          <a:xfrm>
            <a:off x="6666802" y="1452094"/>
            <a:ext cx="538793" cy="457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1619CD5-8DF5-7FBE-AC78-5C00F2F6BA86}"/>
              </a:ext>
            </a:extLst>
          </p:cNvPr>
          <p:cNvSpPr/>
          <p:nvPr/>
        </p:nvSpPr>
        <p:spPr>
          <a:xfrm>
            <a:off x="8554558" y="1175234"/>
            <a:ext cx="1710615" cy="5558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40E24B-008B-063D-6ECC-5DEE42D0E1AE}"/>
              </a:ext>
            </a:extLst>
          </p:cNvPr>
          <p:cNvSpPr txBox="1"/>
          <p:nvPr/>
        </p:nvSpPr>
        <p:spPr>
          <a:xfrm>
            <a:off x="8658523" y="1128928"/>
            <a:ext cx="1577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Transformed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AE1618-88E0-BCC3-A764-56429B1CA5AE}"/>
              </a:ext>
            </a:extLst>
          </p:cNvPr>
          <p:cNvSpPr txBox="1"/>
          <p:nvPr/>
        </p:nvSpPr>
        <p:spPr>
          <a:xfrm>
            <a:off x="5182745" y="1809772"/>
            <a:ext cx="15036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.</a:t>
            </a:r>
            <a:r>
              <a:rPr lang="en-US" sz="1500" dirty="0" err="1"/>
              <a:t>jsonl</a:t>
            </a:r>
            <a:r>
              <a:rPr lang="en-US" sz="1500" dirty="0"/>
              <a:t> format raw data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43E717-42CD-58FC-360D-15ACD0AB88EF}"/>
              </a:ext>
            </a:extLst>
          </p:cNvPr>
          <p:cNvCxnSpPr>
            <a:cxnSpLocks/>
          </p:cNvCxnSpPr>
          <p:nvPr/>
        </p:nvCxnSpPr>
        <p:spPr>
          <a:xfrm>
            <a:off x="10124588" y="1730000"/>
            <a:ext cx="0" cy="196423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7623278B-E0D1-8A61-2D69-7AE65C6E78E4}"/>
              </a:ext>
            </a:extLst>
          </p:cNvPr>
          <p:cNvSpPr/>
          <p:nvPr/>
        </p:nvSpPr>
        <p:spPr>
          <a:xfrm>
            <a:off x="8554558" y="3694239"/>
            <a:ext cx="1710615" cy="5558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64D57B-D678-671C-355B-6B5337FEE96C}"/>
              </a:ext>
            </a:extLst>
          </p:cNvPr>
          <p:cNvSpPr txBox="1"/>
          <p:nvPr/>
        </p:nvSpPr>
        <p:spPr>
          <a:xfrm>
            <a:off x="10235539" y="2405575"/>
            <a:ext cx="1773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 Python package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7F1C48-8772-4F40-8CF4-91A29803E170}"/>
              </a:ext>
            </a:extLst>
          </p:cNvPr>
          <p:cNvSpPr txBox="1"/>
          <p:nvPr/>
        </p:nvSpPr>
        <p:spPr>
          <a:xfrm>
            <a:off x="8621357" y="3787479"/>
            <a:ext cx="1577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Cleaned data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4F5DCE1-5A79-43A7-9B8D-6002BB9BAA79}"/>
              </a:ext>
            </a:extLst>
          </p:cNvPr>
          <p:cNvCxnSpPr>
            <a:cxnSpLocks/>
          </p:cNvCxnSpPr>
          <p:nvPr/>
        </p:nvCxnSpPr>
        <p:spPr>
          <a:xfrm>
            <a:off x="9633521" y="4250051"/>
            <a:ext cx="0" cy="119075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8789644-6964-8CFA-D09C-AA4B577B3E76}"/>
              </a:ext>
            </a:extLst>
          </p:cNvPr>
          <p:cNvCxnSpPr>
            <a:cxnSpLocks/>
          </p:cNvCxnSpPr>
          <p:nvPr/>
        </p:nvCxnSpPr>
        <p:spPr>
          <a:xfrm flipH="1">
            <a:off x="6983307" y="3959553"/>
            <a:ext cx="1571251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C79FA48-EB19-69AB-BFFC-212617DA93E7}"/>
              </a:ext>
            </a:extLst>
          </p:cNvPr>
          <p:cNvCxnSpPr>
            <a:cxnSpLocks/>
          </p:cNvCxnSpPr>
          <p:nvPr/>
        </p:nvCxnSpPr>
        <p:spPr>
          <a:xfrm>
            <a:off x="9015145" y="4250051"/>
            <a:ext cx="0" cy="119075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25121D6-85F2-338D-5E4B-EE3E57A62AC5}"/>
              </a:ext>
            </a:extLst>
          </p:cNvPr>
          <p:cNvSpPr txBox="1"/>
          <p:nvPr/>
        </p:nvSpPr>
        <p:spPr>
          <a:xfrm>
            <a:off x="473123" y="1537547"/>
            <a:ext cx="1350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E. Coli</a:t>
            </a:r>
            <a:br>
              <a:rPr lang="en-US" sz="1400" dirty="0"/>
            </a:br>
            <a:r>
              <a:rPr lang="en-US" sz="1400" dirty="0"/>
              <a:t>Salmonella</a:t>
            </a:r>
            <a:br>
              <a:rPr lang="en-US" sz="1400" dirty="0"/>
            </a:br>
            <a:r>
              <a:rPr lang="en-US" sz="1400" dirty="0"/>
              <a:t>etc.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9A7EDC-9766-5B44-F267-4E38718CE28B}"/>
              </a:ext>
            </a:extLst>
          </p:cNvPr>
          <p:cNvSpPr txBox="1"/>
          <p:nvPr/>
        </p:nvSpPr>
        <p:spPr>
          <a:xfrm>
            <a:off x="9633521" y="4489917"/>
            <a:ext cx="1578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visualizations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0D6304-A90F-2BC0-7D6B-804564363441}"/>
              </a:ext>
            </a:extLst>
          </p:cNvPr>
          <p:cNvSpPr txBox="1"/>
          <p:nvPr/>
        </p:nvSpPr>
        <p:spPr>
          <a:xfrm>
            <a:off x="3910925" y="1138088"/>
            <a:ext cx="69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DSP Filter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96A9B01-EE74-9BD2-6DEF-64BD48572BEB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691678" y="1450731"/>
            <a:ext cx="630419" cy="136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1B78F3D-A05F-CFA2-A22A-E42E1454F52D}"/>
              </a:ext>
            </a:extLst>
          </p:cNvPr>
          <p:cNvSpPr txBox="1"/>
          <p:nvPr/>
        </p:nvSpPr>
        <p:spPr>
          <a:xfrm>
            <a:off x="7304684" y="1138089"/>
            <a:ext cx="688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DFPFilter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4491DB7-C15E-C51B-DC48-150CFCFB21D4}"/>
              </a:ext>
            </a:extLst>
          </p:cNvPr>
          <p:cNvCxnSpPr>
            <a:cxnSpLocks/>
            <a:stCxn id="69" idx="6"/>
            <a:endCxn id="20" idx="1"/>
          </p:cNvCxnSpPr>
          <p:nvPr/>
        </p:nvCxnSpPr>
        <p:spPr>
          <a:xfrm flipV="1">
            <a:off x="8070249" y="1453140"/>
            <a:ext cx="484309" cy="3533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9DDFE12-7AFB-0345-EE1E-BC30274E4601}"/>
              </a:ext>
            </a:extLst>
          </p:cNvPr>
          <p:cNvSpPr txBox="1"/>
          <p:nvPr/>
        </p:nvSpPr>
        <p:spPr>
          <a:xfrm>
            <a:off x="230293" y="5784427"/>
            <a:ext cx="5608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DSP = NCBI Datasets program</a:t>
            </a:r>
          </a:p>
          <a:p>
            <a:r>
              <a:rPr lang="en-US" dirty="0"/>
              <a:t>DFP = NCBI </a:t>
            </a:r>
            <a:r>
              <a:rPr lang="en-US" dirty="0" err="1"/>
              <a:t>Dataformat</a:t>
            </a:r>
            <a:r>
              <a:rPr lang="en-US" dirty="0"/>
              <a:t> program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F17CC87-3739-0AE8-596F-38698E913AA7}"/>
              </a:ext>
            </a:extLst>
          </p:cNvPr>
          <p:cNvSpPr txBox="1"/>
          <p:nvPr/>
        </p:nvSpPr>
        <p:spPr>
          <a:xfrm>
            <a:off x="7227637" y="3247076"/>
            <a:ext cx="1137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Modeling</a:t>
            </a:r>
          </a:p>
        </p:txBody>
      </p:sp>
    </p:spTree>
    <p:extLst>
      <p:ext uri="{BB962C8B-B14F-4D97-AF65-F5344CB8AC3E}">
        <p14:creationId xmlns:p14="http://schemas.microsoft.com/office/powerpoint/2010/main" val="6690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50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Harris</dc:creator>
  <cp:lastModifiedBy>Bryan Harris</cp:lastModifiedBy>
  <cp:revision>4</cp:revision>
  <dcterms:created xsi:type="dcterms:W3CDTF">2025-08-21T17:38:32Z</dcterms:created>
  <dcterms:modified xsi:type="dcterms:W3CDTF">2025-08-21T18:55:05Z</dcterms:modified>
</cp:coreProperties>
</file>